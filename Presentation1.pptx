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iko nomvela" userId="f742a174bd28d747" providerId="LiveId" clId="{DBE4881E-4203-4B47-936E-97B23CE8CEEA}"/>
    <pc:docChg chg="modSld">
      <pc:chgData name="nyiko nomvela" userId="f742a174bd28d747" providerId="LiveId" clId="{DBE4881E-4203-4B47-936E-97B23CE8CEEA}" dt="2026-05-11T10:10:49.033" v="0" actId="1076"/>
      <pc:docMkLst>
        <pc:docMk/>
      </pc:docMkLst>
      <pc:sldChg chg="modSp mod">
        <pc:chgData name="nyiko nomvela" userId="f742a174bd28d747" providerId="LiveId" clId="{DBE4881E-4203-4B47-936E-97B23CE8CEEA}" dt="2026-05-11T10:10:49.033" v="0" actId="1076"/>
        <pc:sldMkLst>
          <pc:docMk/>
          <pc:sldMk cId="3553050972" sldId="256"/>
        </pc:sldMkLst>
        <pc:picChg chg="mod">
          <ac:chgData name="nyiko nomvela" userId="f742a174bd28d747" providerId="LiveId" clId="{DBE4881E-4203-4B47-936E-97B23CE8CEEA}" dt="2026-05-11T10:10:49.033" v="0" actId="1076"/>
          <ac:picMkLst>
            <pc:docMk/>
            <pc:sldMk cId="3553050972" sldId="256"/>
            <ac:picMk id="5" creationId="{3E73A7F5-93C2-4E9E-4BC8-5758352C2B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88C8-1A09-3E81-E894-E69D3AFEE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B7BA4-270D-EE70-1E6E-44E610D51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BD-7019-932E-9407-148934D3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DB5AF-796C-5F3A-1C6B-B479A9F2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E4FAF-FD56-D261-927B-EFC0AAF6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191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52D0-D840-9CD1-67E2-A2EFB3CF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7E5C-2595-7E42-C581-FCF8B85AA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331F-F70A-854E-C6A1-BF462F0D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8C93F-6EC8-1039-2B3F-CBEF0708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C3005-141A-A38D-FD45-E09BCF96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84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2600-312F-545F-B643-02B34B04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01A3-ACCD-2C34-91E2-2C10E2319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2332C-B7B5-1A2C-6437-7B6392B8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DBC35-818E-98AB-BD7B-EC965870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8111A-42FE-2ED8-6B2B-C88BBDAE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028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17B5-418C-3C91-89C4-6D890662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33FB4-3D9D-4268-FB8A-7EAD8E600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58E22-790C-82E5-81D8-CF75F3C95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C1CF8-1F39-FC15-2752-C4D420C6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4CD6E-424D-9C4B-8DB8-9757DB12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ADA2C-7C2A-85D5-E09F-31D0651C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87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BC83-228C-0AFF-E212-158391FF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37A4-72D6-4B23-D797-A5C74B0BA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A804E-750A-DFE7-4566-064327C7D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89202-8F53-B955-82ED-86700671D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3C585-AF3C-D6D0-8819-216F6D8EE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D6DFB-CF60-F9BB-FFCD-BA2628FB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C53AF-4DBE-AE3B-155F-F115839B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6C6BE-803C-67B6-3EE6-A1273DFC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829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BD2C-CA3A-B2E4-8BCE-86DB80E3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75BC5-FE7B-D3FC-BA63-09A828FA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8C809-3F6E-4371-CAD7-049E2B9D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3EB09-4C4D-CDA0-2480-5D2AD330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681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81724-0FB6-8BB6-9590-DCCB717E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C0415-B9B7-A791-AA62-B5AF7034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F012E-5228-DAC3-52EB-62072537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946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899C-AFA3-4141-678B-C4580097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9D928-C9B0-6699-C32B-6C3EC5246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96880-D470-9C93-7A97-84C3D7AB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B87D3-5DF5-C932-C940-E0D14809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C96B6-4716-4124-711C-94AA9AB8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AA97C-CE8A-D87E-74DE-8E990ABF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968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6EF9-FC10-A4BE-FD64-7C62BA26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4D9EB-12A0-D524-C908-777771581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B5375-5212-D283-E3C8-9ECF38534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B4A82-E704-0E20-2ED3-FB076F0F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3DE67-58B3-5781-D26B-E6800461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EE551-0306-3D01-F0D5-EB4A57C1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775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DAA6-63E9-315E-69BD-F5F93C26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67F6A-7F70-0406-F70A-D9C65EFAC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83AF-795C-9BCF-72E8-19CBC68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E469-AC1E-F715-18C0-3A1D1A94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91FEA-E549-FF42-BB6D-95DE774C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073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A1221-A9BD-CA7D-B6C7-DA5C3B0F6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AA8E1-F9A0-56B8-D9EC-BE9422760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249E-69D3-BF6B-19D6-D8869FC6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E01E7-220D-4F00-FCD9-E962C750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A9CD-3DE4-200A-7A0E-A7A9E39F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410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D853F-A31B-0248-4655-EE45C25B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62476-AF1B-B986-18B9-9ED0414F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FA565-650E-6BD4-EF8E-830A4FE7E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6D2AF-BA2C-455F-9597-AF78031D008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C663-56DA-D5BD-BE1B-5FADA8AD8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0210-315C-0BA8-46FE-670448E16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C409-D49C-4248-A8FB-374EEDD7F5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48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8184-A2EA-3CF0-6EB3-84C0A17B9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2F138-C067-13C2-333D-FB5E69150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E73A7F5-93C2-4E9E-4BC8-5758352C2B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1295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5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05"/>
    </mc:Choice>
    <mc:Fallback xmlns="">
      <p:transition spd="slow" advTm="1295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nyiko nomvela</dc:creator>
  <cp:lastModifiedBy>nyiko nomvela</cp:lastModifiedBy>
  <cp:revision>1</cp:revision>
  <dcterms:created xsi:type="dcterms:W3CDTF">2026-05-11T09:30:11Z</dcterms:created>
  <dcterms:modified xsi:type="dcterms:W3CDTF">2026-05-11T10:10:59Z</dcterms:modified>
</cp:coreProperties>
</file>